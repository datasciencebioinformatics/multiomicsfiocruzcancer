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FF2F08-D9B3-4DD5-A3C8-B3BEAC827E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00E59D-B741-42A5-99B7-04C41F5DFF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3077D0-951B-409A-AD69-63C08610B0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4ADD43-49D7-4D96-83DF-F7C7CF3D64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F4C315-B673-4C85-9727-3B98D2DC60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0E1727-CCCE-461D-A556-B98291BAC3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E924BF-E90D-4C81-862B-851539033C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DF8A1A-12B9-4F73-A6CD-D79194E98A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DD6A94-527D-40B8-8CAE-A612B0191F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D44E51-7480-4372-9C58-5A28520467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18E8A1-3B0D-4FE7-88D0-6431EB5CEDD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35921F-87EB-4783-8AAE-117D8545A9F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A675087-9EF1-4F33-B582-E79B462324B6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"/>
          <p:cNvGrpSpPr/>
          <p:nvPr/>
        </p:nvGrpSpPr>
        <p:grpSpPr>
          <a:xfrm>
            <a:off x="0" y="71280"/>
            <a:ext cx="10090800" cy="5541120"/>
            <a:chOff x="0" y="71280"/>
            <a:chExt cx="10090800" cy="5541120"/>
          </a:xfrm>
        </p:grpSpPr>
        <p:grpSp>
          <p:nvGrpSpPr>
            <p:cNvPr id="42" name=""/>
            <p:cNvGrpSpPr/>
            <p:nvPr/>
          </p:nvGrpSpPr>
          <p:grpSpPr>
            <a:xfrm>
              <a:off x="0" y="475560"/>
              <a:ext cx="10090800" cy="5136840"/>
              <a:chOff x="0" y="475560"/>
              <a:chExt cx="10090800" cy="5136840"/>
            </a:xfrm>
          </p:grpSpPr>
          <p:sp>
            <p:nvSpPr>
              <p:cNvPr id="43" name=""/>
              <p:cNvSpPr/>
              <p:nvPr/>
            </p:nvSpPr>
            <p:spPr>
              <a:xfrm>
                <a:off x="0" y="1803600"/>
                <a:ext cx="3429000" cy="2514600"/>
              </a:xfrm>
              <a:prstGeom prst="rect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4" name=""/>
              <p:cNvSpPr/>
              <p:nvPr/>
            </p:nvSpPr>
            <p:spPr>
              <a:xfrm>
                <a:off x="2286000" y="1791000"/>
                <a:ext cx="5029200" cy="2527200"/>
              </a:xfrm>
              <a:prstGeom prst="rect">
                <a:avLst/>
              </a:prstGeom>
              <a:solidFill>
                <a:srgbClr val="729fc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" name=""/>
              <p:cNvSpPr/>
              <p:nvPr/>
            </p:nvSpPr>
            <p:spPr>
              <a:xfrm>
                <a:off x="5029200" y="1791000"/>
                <a:ext cx="5061600" cy="2527200"/>
              </a:xfrm>
              <a:prstGeom prst="rect">
                <a:avLst/>
              </a:prstGeom>
              <a:solidFill>
                <a:srgbClr val="ffaa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" name=""/>
              <p:cNvSpPr/>
              <p:nvPr/>
            </p:nvSpPr>
            <p:spPr>
              <a:xfrm>
                <a:off x="12600" y="457740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" name=""/>
              <p:cNvSpPr/>
              <p:nvPr/>
            </p:nvSpPr>
            <p:spPr>
              <a:xfrm>
                <a:off x="408960" y="515376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" name=""/>
              <p:cNvSpPr/>
              <p:nvPr/>
            </p:nvSpPr>
            <p:spPr>
              <a:xfrm>
                <a:off x="949320" y="443412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9" name=""/>
              <p:cNvSpPr/>
              <p:nvPr/>
            </p:nvSpPr>
            <p:spPr>
              <a:xfrm>
                <a:off x="1597680" y="508248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0" name=""/>
              <p:cNvSpPr/>
              <p:nvPr/>
            </p:nvSpPr>
            <p:spPr>
              <a:xfrm>
                <a:off x="2424960" y="4577760"/>
                <a:ext cx="457200" cy="457200"/>
              </a:xfrm>
              <a:prstGeom prst="ellipse">
                <a:avLst/>
              </a:prstGeom>
              <a:solidFill>
                <a:srgbClr val="729fc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1" name=""/>
              <p:cNvSpPr/>
              <p:nvPr/>
            </p:nvSpPr>
            <p:spPr>
              <a:xfrm>
                <a:off x="2929320" y="5154120"/>
                <a:ext cx="457200" cy="457200"/>
              </a:xfrm>
              <a:prstGeom prst="ellipse">
                <a:avLst/>
              </a:prstGeom>
              <a:solidFill>
                <a:srgbClr val="729fc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" name=""/>
              <p:cNvSpPr/>
              <p:nvPr/>
            </p:nvSpPr>
            <p:spPr>
              <a:xfrm>
                <a:off x="3361680" y="4434480"/>
                <a:ext cx="457200" cy="457200"/>
              </a:xfrm>
              <a:prstGeom prst="ellipse">
                <a:avLst/>
              </a:prstGeom>
              <a:solidFill>
                <a:srgbClr val="729fc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" name=""/>
              <p:cNvSpPr/>
              <p:nvPr/>
            </p:nvSpPr>
            <p:spPr>
              <a:xfrm>
                <a:off x="4010040" y="5082840"/>
                <a:ext cx="457200" cy="457200"/>
              </a:xfrm>
              <a:prstGeom prst="ellipse">
                <a:avLst/>
              </a:prstGeom>
              <a:solidFill>
                <a:srgbClr val="729fc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" name=""/>
              <p:cNvSpPr/>
              <p:nvPr/>
            </p:nvSpPr>
            <p:spPr>
              <a:xfrm>
                <a:off x="12960" y="457776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5" name=""/>
              <p:cNvSpPr/>
              <p:nvPr/>
            </p:nvSpPr>
            <p:spPr>
              <a:xfrm>
                <a:off x="409320" y="515412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6" name=""/>
              <p:cNvSpPr/>
              <p:nvPr/>
            </p:nvSpPr>
            <p:spPr>
              <a:xfrm>
                <a:off x="949680" y="443448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7" name=""/>
              <p:cNvSpPr/>
              <p:nvPr/>
            </p:nvSpPr>
            <p:spPr>
              <a:xfrm>
                <a:off x="1598040" y="508284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8" name=""/>
              <p:cNvSpPr/>
              <p:nvPr/>
            </p:nvSpPr>
            <p:spPr>
              <a:xfrm>
                <a:off x="12960" y="457776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" name=""/>
              <p:cNvSpPr/>
              <p:nvPr/>
            </p:nvSpPr>
            <p:spPr>
              <a:xfrm>
                <a:off x="409320" y="515412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0" name=""/>
              <p:cNvSpPr/>
              <p:nvPr/>
            </p:nvSpPr>
            <p:spPr>
              <a:xfrm>
                <a:off x="949680" y="443448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1" name=""/>
              <p:cNvSpPr/>
              <p:nvPr/>
            </p:nvSpPr>
            <p:spPr>
              <a:xfrm>
                <a:off x="1598040" y="508284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2" name=""/>
              <p:cNvSpPr/>
              <p:nvPr/>
            </p:nvSpPr>
            <p:spPr>
              <a:xfrm>
                <a:off x="4442400" y="4363200"/>
                <a:ext cx="457200" cy="457200"/>
              </a:xfrm>
              <a:prstGeom prst="ellipse">
                <a:avLst/>
              </a:prstGeom>
              <a:solidFill>
                <a:srgbClr val="729fc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3" name=""/>
              <p:cNvSpPr/>
              <p:nvPr/>
            </p:nvSpPr>
            <p:spPr>
              <a:xfrm>
                <a:off x="5665320" y="4578120"/>
                <a:ext cx="457200" cy="457200"/>
              </a:xfrm>
              <a:prstGeom prst="ellipse">
                <a:avLst/>
              </a:prstGeom>
              <a:solidFill>
                <a:srgbClr val="ffaa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4" name=""/>
              <p:cNvSpPr/>
              <p:nvPr/>
            </p:nvSpPr>
            <p:spPr>
              <a:xfrm>
                <a:off x="6169680" y="5154480"/>
                <a:ext cx="457200" cy="457200"/>
              </a:xfrm>
              <a:prstGeom prst="ellipse">
                <a:avLst/>
              </a:prstGeom>
              <a:solidFill>
                <a:srgbClr val="ffaa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5" name=""/>
              <p:cNvSpPr/>
              <p:nvPr/>
            </p:nvSpPr>
            <p:spPr>
              <a:xfrm>
                <a:off x="6602040" y="4434840"/>
                <a:ext cx="457200" cy="457200"/>
              </a:xfrm>
              <a:prstGeom prst="ellipse">
                <a:avLst/>
              </a:prstGeom>
              <a:solidFill>
                <a:srgbClr val="ffaa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6" name=""/>
              <p:cNvSpPr/>
              <p:nvPr/>
            </p:nvSpPr>
            <p:spPr>
              <a:xfrm>
                <a:off x="7250400" y="5083200"/>
                <a:ext cx="457200" cy="457200"/>
              </a:xfrm>
              <a:prstGeom prst="ellipse">
                <a:avLst/>
              </a:prstGeom>
              <a:solidFill>
                <a:srgbClr val="ffaa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7" name=""/>
              <p:cNvSpPr/>
              <p:nvPr/>
            </p:nvSpPr>
            <p:spPr>
              <a:xfrm>
                <a:off x="7682760" y="4363560"/>
                <a:ext cx="457200" cy="457200"/>
              </a:xfrm>
              <a:prstGeom prst="ellipse">
                <a:avLst/>
              </a:prstGeom>
              <a:solidFill>
                <a:srgbClr val="ffaa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8" name=""/>
              <p:cNvSpPr/>
              <p:nvPr/>
            </p:nvSpPr>
            <p:spPr>
              <a:xfrm>
                <a:off x="8329680" y="4578840"/>
                <a:ext cx="457200" cy="457200"/>
              </a:xfrm>
              <a:prstGeom prst="ellipse">
                <a:avLst/>
              </a:prstGeom>
              <a:solidFill>
                <a:srgbClr val="ffaa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9" name=""/>
              <p:cNvSpPr/>
              <p:nvPr/>
            </p:nvSpPr>
            <p:spPr>
              <a:xfrm>
                <a:off x="8834040" y="5155200"/>
                <a:ext cx="457200" cy="457200"/>
              </a:xfrm>
              <a:prstGeom prst="ellipse">
                <a:avLst/>
              </a:prstGeom>
              <a:solidFill>
                <a:srgbClr val="ffaa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0" name=""/>
              <p:cNvSpPr/>
              <p:nvPr/>
            </p:nvSpPr>
            <p:spPr>
              <a:xfrm>
                <a:off x="9266400" y="4435560"/>
                <a:ext cx="457200" cy="457200"/>
              </a:xfrm>
              <a:prstGeom prst="ellipse">
                <a:avLst/>
              </a:prstGeom>
              <a:solidFill>
                <a:srgbClr val="ffaa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1" name=""/>
              <p:cNvSpPr/>
              <p:nvPr/>
            </p:nvSpPr>
            <p:spPr>
              <a:xfrm>
                <a:off x="9554760" y="5083920"/>
                <a:ext cx="457200" cy="457200"/>
              </a:xfrm>
              <a:prstGeom prst="ellipse">
                <a:avLst/>
              </a:prstGeom>
              <a:solidFill>
                <a:srgbClr val="ffaa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" name=""/>
              <p:cNvSpPr/>
              <p:nvPr/>
            </p:nvSpPr>
            <p:spPr>
              <a:xfrm>
                <a:off x="5593680" y="726840"/>
                <a:ext cx="457200" cy="457200"/>
              </a:xfrm>
              <a:prstGeom prst="ellipse">
                <a:avLst/>
              </a:prstGeom>
              <a:solidFill>
                <a:srgbClr val="ffaa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3" name=""/>
              <p:cNvSpPr/>
              <p:nvPr/>
            </p:nvSpPr>
            <p:spPr>
              <a:xfrm>
                <a:off x="6098040" y="1303200"/>
                <a:ext cx="457200" cy="457200"/>
              </a:xfrm>
              <a:prstGeom prst="ellipse">
                <a:avLst/>
              </a:prstGeom>
              <a:solidFill>
                <a:srgbClr val="ffaa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4" name=""/>
              <p:cNvSpPr/>
              <p:nvPr/>
            </p:nvSpPr>
            <p:spPr>
              <a:xfrm>
                <a:off x="6530400" y="583560"/>
                <a:ext cx="457200" cy="457200"/>
              </a:xfrm>
              <a:prstGeom prst="ellipse">
                <a:avLst/>
              </a:prstGeom>
              <a:solidFill>
                <a:srgbClr val="ffaa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5" name=""/>
              <p:cNvSpPr/>
              <p:nvPr/>
            </p:nvSpPr>
            <p:spPr>
              <a:xfrm>
                <a:off x="7178760" y="1231920"/>
                <a:ext cx="457200" cy="457200"/>
              </a:xfrm>
              <a:prstGeom prst="ellipse">
                <a:avLst/>
              </a:prstGeom>
              <a:solidFill>
                <a:srgbClr val="ffaa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6" name=""/>
              <p:cNvSpPr/>
              <p:nvPr/>
            </p:nvSpPr>
            <p:spPr>
              <a:xfrm>
                <a:off x="7611120" y="512280"/>
                <a:ext cx="457200" cy="457200"/>
              </a:xfrm>
              <a:prstGeom prst="ellipse">
                <a:avLst/>
              </a:prstGeom>
              <a:solidFill>
                <a:srgbClr val="ffaa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7" name=""/>
              <p:cNvSpPr/>
              <p:nvPr/>
            </p:nvSpPr>
            <p:spPr>
              <a:xfrm>
                <a:off x="8258040" y="727560"/>
                <a:ext cx="457200" cy="457200"/>
              </a:xfrm>
              <a:prstGeom prst="ellipse">
                <a:avLst/>
              </a:prstGeom>
              <a:solidFill>
                <a:srgbClr val="ffaa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8" name=""/>
              <p:cNvSpPr/>
              <p:nvPr/>
            </p:nvSpPr>
            <p:spPr>
              <a:xfrm>
                <a:off x="8762400" y="1303920"/>
                <a:ext cx="457200" cy="457200"/>
              </a:xfrm>
              <a:prstGeom prst="ellipse">
                <a:avLst/>
              </a:prstGeom>
              <a:solidFill>
                <a:srgbClr val="ffaa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9" name=""/>
              <p:cNvSpPr/>
              <p:nvPr/>
            </p:nvSpPr>
            <p:spPr>
              <a:xfrm>
                <a:off x="9194760" y="584280"/>
                <a:ext cx="457200" cy="457200"/>
              </a:xfrm>
              <a:prstGeom prst="ellipse">
                <a:avLst/>
              </a:prstGeom>
              <a:solidFill>
                <a:srgbClr val="ffaa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0" name=""/>
              <p:cNvSpPr/>
              <p:nvPr/>
            </p:nvSpPr>
            <p:spPr>
              <a:xfrm>
                <a:off x="9483120" y="1232640"/>
                <a:ext cx="457200" cy="457200"/>
              </a:xfrm>
              <a:prstGeom prst="ellipse">
                <a:avLst/>
              </a:prstGeom>
              <a:solidFill>
                <a:srgbClr val="ffaa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1" name=""/>
              <p:cNvSpPr/>
              <p:nvPr/>
            </p:nvSpPr>
            <p:spPr>
              <a:xfrm>
                <a:off x="12960" y="68976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2" name=""/>
              <p:cNvSpPr/>
              <p:nvPr/>
            </p:nvSpPr>
            <p:spPr>
              <a:xfrm>
                <a:off x="409320" y="126612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3" name=""/>
              <p:cNvSpPr/>
              <p:nvPr/>
            </p:nvSpPr>
            <p:spPr>
              <a:xfrm>
                <a:off x="949680" y="54648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4" name=""/>
              <p:cNvSpPr/>
              <p:nvPr/>
            </p:nvSpPr>
            <p:spPr>
              <a:xfrm>
                <a:off x="1598040" y="119484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5" name=""/>
              <p:cNvSpPr/>
              <p:nvPr/>
            </p:nvSpPr>
            <p:spPr>
              <a:xfrm>
                <a:off x="2425320" y="690120"/>
                <a:ext cx="457200" cy="457200"/>
              </a:xfrm>
              <a:prstGeom prst="ellipse">
                <a:avLst/>
              </a:prstGeom>
              <a:solidFill>
                <a:srgbClr val="729fc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6" name=""/>
              <p:cNvSpPr/>
              <p:nvPr/>
            </p:nvSpPr>
            <p:spPr>
              <a:xfrm>
                <a:off x="2929680" y="1266480"/>
                <a:ext cx="457200" cy="457200"/>
              </a:xfrm>
              <a:prstGeom prst="ellipse">
                <a:avLst/>
              </a:prstGeom>
              <a:solidFill>
                <a:srgbClr val="729fc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7" name=""/>
              <p:cNvSpPr/>
              <p:nvPr/>
            </p:nvSpPr>
            <p:spPr>
              <a:xfrm>
                <a:off x="3362040" y="546840"/>
                <a:ext cx="457200" cy="457200"/>
              </a:xfrm>
              <a:prstGeom prst="ellipse">
                <a:avLst/>
              </a:prstGeom>
              <a:solidFill>
                <a:srgbClr val="729fc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8" name=""/>
              <p:cNvSpPr/>
              <p:nvPr/>
            </p:nvSpPr>
            <p:spPr>
              <a:xfrm>
                <a:off x="4010400" y="1195200"/>
                <a:ext cx="457200" cy="457200"/>
              </a:xfrm>
              <a:prstGeom prst="ellipse">
                <a:avLst/>
              </a:prstGeom>
              <a:solidFill>
                <a:srgbClr val="729fc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89" name=""/>
              <p:cNvSpPr/>
              <p:nvPr/>
            </p:nvSpPr>
            <p:spPr>
              <a:xfrm>
                <a:off x="13320" y="69012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0" name=""/>
              <p:cNvSpPr/>
              <p:nvPr/>
            </p:nvSpPr>
            <p:spPr>
              <a:xfrm>
                <a:off x="409680" y="126648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1" name=""/>
              <p:cNvSpPr/>
              <p:nvPr/>
            </p:nvSpPr>
            <p:spPr>
              <a:xfrm>
                <a:off x="950040" y="54684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2" name=""/>
              <p:cNvSpPr/>
              <p:nvPr/>
            </p:nvSpPr>
            <p:spPr>
              <a:xfrm>
                <a:off x="1598400" y="119520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3" name=""/>
              <p:cNvSpPr/>
              <p:nvPr/>
            </p:nvSpPr>
            <p:spPr>
              <a:xfrm>
                <a:off x="13320" y="69012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4" name=""/>
              <p:cNvSpPr/>
              <p:nvPr/>
            </p:nvSpPr>
            <p:spPr>
              <a:xfrm>
                <a:off x="409680" y="126648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5" name=""/>
              <p:cNvSpPr/>
              <p:nvPr/>
            </p:nvSpPr>
            <p:spPr>
              <a:xfrm>
                <a:off x="950040" y="54684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6" name=""/>
              <p:cNvSpPr/>
              <p:nvPr/>
            </p:nvSpPr>
            <p:spPr>
              <a:xfrm>
                <a:off x="1598400" y="1195200"/>
                <a:ext cx="457200" cy="457200"/>
              </a:xfrm>
              <a:prstGeom prst="ellipse">
                <a:avLst/>
              </a:prstGeom>
              <a:solidFill>
                <a:srgbClr val="e8f2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7" name=""/>
              <p:cNvSpPr/>
              <p:nvPr/>
            </p:nvSpPr>
            <p:spPr>
              <a:xfrm>
                <a:off x="4442760" y="475560"/>
                <a:ext cx="457200" cy="457200"/>
              </a:xfrm>
              <a:prstGeom prst="ellipse">
                <a:avLst/>
              </a:prstGeom>
              <a:solidFill>
                <a:srgbClr val="729fc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98" name=""/>
            <p:cNvSpPr txBox="1"/>
            <p:nvPr/>
          </p:nvSpPr>
          <p:spPr>
            <a:xfrm>
              <a:off x="316800" y="2532600"/>
              <a:ext cx="1371600" cy="111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1800" spc="-1" strike="noStrike">
                  <a:latin typeface="Arial"/>
                </a:rPr>
                <a:t>Pathway A</a:t>
              </a:r>
              <a:endParaRPr b="0" lang="en-US" sz="18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1800" spc="-1" strike="noStrike">
                  <a:latin typeface="Arial"/>
                </a:rPr>
                <a:t>Pathway B</a:t>
              </a:r>
              <a:endParaRPr b="0" lang="en-US" sz="18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1800" spc="-1" strike="noStrike">
                  <a:latin typeface="Arial"/>
                </a:rPr>
                <a:t>Pathway C</a:t>
              </a:r>
              <a:endParaRPr b="0" lang="en-US" sz="18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99" name=""/>
            <p:cNvSpPr txBox="1"/>
            <p:nvPr/>
          </p:nvSpPr>
          <p:spPr>
            <a:xfrm>
              <a:off x="3196800" y="2532960"/>
              <a:ext cx="1371600" cy="111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1800" spc="-1" strike="noStrike">
                  <a:latin typeface="Arial"/>
                </a:rPr>
                <a:t>Pathway C</a:t>
              </a:r>
              <a:endParaRPr b="0" lang="en-US" sz="18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1800" spc="-1" strike="noStrike">
                  <a:latin typeface="Arial"/>
                </a:rPr>
                <a:t>Pathway D</a:t>
              </a:r>
              <a:endParaRPr b="0" lang="en-US" sz="18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1800" spc="-1" strike="noStrike">
                  <a:latin typeface="Arial"/>
                </a:rPr>
                <a:t>Pathway E</a:t>
              </a:r>
              <a:endParaRPr b="0" lang="en-US" sz="18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100" name=""/>
            <p:cNvSpPr txBox="1"/>
            <p:nvPr/>
          </p:nvSpPr>
          <p:spPr>
            <a:xfrm>
              <a:off x="7156800" y="2533320"/>
              <a:ext cx="1371600" cy="111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1800" spc="-1" strike="noStrike">
                  <a:latin typeface="Arial"/>
                </a:rPr>
                <a:t>Pathway F</a:t>
              </a:r>
              <a:endParaRPr b="0" lang="en-US" sz="18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1800" spc="-1" strike="noStrike">
                  <a:latin typeface="Arial"/>
                </a:rPr>
                <a:t>Pathway G</a:t>
              </a:r>
              <a:endParaRPr b="0" lang="en-US" sz="18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0" lang="en-US" sz="1800" spc="-1" strike="noStrike">
                  <a:latin typeface="Arial"/>
                </a:rPr>
                <a:t>Pathway H</a:t>
              </a:r>
              <a:endParaRPr b="0" lang="en-US" sz="18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101" name=""/>
            <p:cNvSpPr txBox="1"/>
            <p:nvPr/>
          </p:nvSpPr>
          <p:spPr>
            <a:xfrm>
              <a:off x="97200" y="755280"/>
              <a:ext cx="333000" cy="3466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1800" spc="-1" strike="noStrike">
                  <a:latin typeface="Arial"/>
                </a:rPr>
                <a:t>1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102" name=""/>
            <p:cNvSpPr txBox="1"/>
            <p:nvPr/>
          </p:nvSpPr>
          <p:spPr>
            <a:xfrm>
              <a:off x="1033560" y="611640"/>
              <a:ext cx="333000" cy="3466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1800" spc="-1" strike="noStrike">
                  <a:latin typeface="Arial"/>
                </a:rPr>
                <a:t>2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103" name=""/>
            <p:cNvSpPr txBox="1"/>
            <p:nvPr/>
          </p:nvSpPr>
          <p:spPr>
            <a:xfrm>
              <a:off x="1645920" y="1260000"/>
              <a:ext cx="333000" cy="3466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1800" spc="-1" strike="noStrike">
                  <a:latin typeface="Arial"/>
                </a:rPr>
                <a:t>3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104" name=""/>
            <p:cNvSpPr txBox="1"/>
            <p:nvPr/>
          </p:nvSpPr>
          <p:spPr>
            <a:xfrm>
              <a:off x="3410280" y="612360"/>
              <a:ext cx="333000" cy="3466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1800" spc="-1" strike="noStrike">
                  <a:latin typeface="Arial"/>
                </a:rPr>
                <a:t>3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105" name=""/>
            <p:cNvSpPr txBox="1"/>
            <p:nvPr/>
          </p:nvSpPr>
          <p:spPr>
            <a:xfrm>
              <a:off x="2474640" y="756720"/>
              <a:ext cx="333000" cy="3466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1800" spc="-1" strike="noStrike">
                  <a:latin typeface="Arial"/>
                </a:rPr>
                <a:t>N</a:t>
              </a:r>
              <a:endParaRPr b="0" lang="en-US" sz="1800" spc="-1" strike="noStrike">
                <a:latin typeface="Arial"/>
              </a:endParaRPr>
            </a:p>
          </p:txBody>
        </p:sp>
        <p:sp>
          <p:nvSpPr>
            <p:cNvPr id="106" name=""/>
            <p:cNvSpPr txBox="1"/>
            <p:nvPr/>
          </p:nvSpPr>
          <p:spPr>
            <a:xfrm>
              <a:off x="4593600" y="71280"/>
              <a:ext cx="1458720" cy="13701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1800" spc="-1" strike="noStrike">
                  <a:latin typeface="Arial"/>
                </a:rPr>
                <a:t>Genes</a:t>
              </a:r>
              <a:endParaRPr b="0" lang="en-US" sz="1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2024-07-10T10:00:07Z</dcterms:created>
  <dc:creator/>
  <dc:description/>
  <dc:language>en-US</dc:language>
  <cp:lastModifiedBy/>
  <dcterms:modified xsi:type="dcterms:W3CDTF">2024-07-10T10:26:09Z</dcterms:modified>
  <cp:revision>1</cp:revision>
  <dc:subject/>
  <dc:title/>
</cp:coreProperties>
</file>